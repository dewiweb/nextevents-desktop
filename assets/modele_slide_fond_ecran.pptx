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B128-80F0-41B3-9A34-305F3895D24F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5C89-C6DB-4224-864B-2761F27D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4817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B128-80F0-41B3-9A34-305F3895D24F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5C89-C6DB-4224-864B-2761F27D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953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B128-80F0-41B3-9A34-305F3895D24F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5C89-C6DB-4224-864B-2761F27D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0879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B128-80F0-41B3-9A34-305F3895D24F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5C89-C6DB-4224-864B-2761F27D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1352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B128-80F0-41B3-9A34-305F3895D24F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5C89-C6DB-4224-864B-2761F27D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7194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B128-80F0-41B3-9A34-305F3895D24F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5C89-C6DB-4224-864B-2761F27D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180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B128-80F0-41B3-9A34-305F3895D24F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5C89-C6DB-4224-864B-2761F27D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5430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B128-80F0-41B3-9A34-305F3895D24F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5C89-C6DB-4224-864B-2761F27D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024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B128-80F0-41B3-9A34-305F3895D24F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5C89-C6DB-4224-864B-2761F27D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242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B128-80F0-41B3-9A34-305F3895D24F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5C89-C6DB-4224-864B-2761F27D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99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B128-80F0-41B3-9A34-305F3895D24F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35C89-C6DB-4224-864B-2761F27D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414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B128-80F0-41B3-9A34-305F3895D24F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135C89-C6DB-4224-864B-2761F27D85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7607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>
          <a:xfrm>
            <a:off x="-2117" y="1634200"/>
            <a:ext cx="12192000" cy="2138755"/>
          </a:xfrm>
        </p:spPr>
        <p:txBody>
          <a:bodyPr>
            <a:normAutofit/>
          </a:bodyPr>
          <a:lstStyle/>
          <a:p>
            <a:r>
              <a:rPr lang="fr-F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CRISE DANS LA DÉMOCRATIE </a:t>
            </a:r>
            <a:br>
              <a:rPr lang="fr-F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ET </a:t>
            </a:r>
            <a:r>
              <a:rPr lang="fr-FR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FRACTURES SOCIALES </a:t>
            </a:r>
            <a:endParaRPr lang="fr-F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ous-titre 5"/>
          <p:cNvSpPr>
            <a:spLocks noGrp="1"/>
          </p:cNvSpPr>
          <p:nvPr>
            <p:ph type="subTitle" idx="1"/>
          </p:nvPr>
        </p:nvSpPr>
        <p:spPr>
          <a:xfrm>
            <a:off x="127000" y="5566831"/>
            <a:ext cx="11933766" cy="533401"/>
          </a:xfrm>
        </p:spPr>
        <p:txBody>
          <a:bodyPr>
            <a:noAutofit/>
          </a:bodyPr>
          <a:lstStyle/>
          <a:p>
            <a:r>
              <a:rPr lang="fr-FR" sz="1800" dirty="0" smtClean="0"/>
              <a:t>Rencontre animée </a:t>
            </a:r>
            <a:r>
              <a:rPr lang="fr-FR" sz="1800" dirty="0"/>
              <a:t>par </a:t>
            </a:r>
            <a:r>
              <a:rPr lang="fr-FR" sz="1800" dirty="0"/>
              <a:t>Kévin </a:t>
            </a:r>
            <a:r>
              <a:rPr lang="fr-FR" sz="1800" dirty="0" err="1"/>
              <a:t>Cappelli</a:t>
            </a:r>
            <a:r>
              <a:rPr lang="fr-FR" sz="1800" dirty="0"/>
              <a:t> et </a:t>
            </a:r>
            <a:r>
              <a:rPr lang="fr-FR" sz="1800" dirty="0" err="1"/>
              <a:t>Elise</a:t>
            </a:r>
            <a:r>
              <a:rPr lang="fr-FR" sz="1800" dirty="0"/>
              <a:t> Babin</a:t>
            </a:r>
            <a:r>
              <a:rPr lang="fr-FR" sz="1800" dirty="0" smtClean="0"/>
              <a:t>, </a:t>
            </a:r>
            <a:r>
              <a:rPr lang="fr-FR" sz="1800" dirty="0"/>
              <a:t>suivie d'une séance de dédicaces </a:t>
            </a:r>
            <a:r>
              <a:rPr lang="fr-FR" sz="1800" dirty="0" smtClean="0"/>
              <a:t>avec </a:t>
            </a:r>
            <a:r>
              <a:rPr lang="fr-FR" sz="1800" dirty="0"/>
              <a:t>la librairie Le Failler. </a:t>
            </a:r>
            <a:endParaRPr lang="fr-FR" sz="1800" dirty="0" smtClean="0"/>
          </a:p>
          <a:p>
            <a:r>
              <a:rPr lang="fr-FR" sz="1800" dirty="0" smtClean="0"/>
              <a:t>En </a:t>
            </a:r>
            <a:r>
              <a:rPr lang="fr-FR" sz="1800" dirty="0"/>
              <a:t>partenariat avec les Classes préparatoires aux grandes écoles du lycée </a:t>
            </a:r>
            <a:r>
              <a:rPr lang="fr-FR" sz="1800" dirty="0" smtClean="0"/>
              <a:t>Chateaubriand.</a:t>
            </a: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ous-titre 5"/>
          <p:cNvSpPr txBox="1">
            <a:spLocks/>
          </p:cNvSpPr>
          <p:nvPr/>
        </p:nvSpPr>
        <p:spPr>
          <a:xfrm>
            <a:off x="0" y="4139447"/>
            <a:ext cx="12192000" cy="10953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avec </a:t>
            </a:r>
            <a:r>
              <a:rPr lang="fr-FR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Marcel </a:t>
            </a:r>
            <a:r>
              <a:rPr lang="fr-FR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Gauchet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ous-titre 5"/>
          <p:cNvSpPr txBox="1">
            <a:spLocks/>
          </p:cNvSpPr>
          <p:nvPr/>
        </p:nvSpPr>
        <p:spPr>
          <a:xfrm>
            <a:off x="1388533" y="5304897"/>
            <a:ext cx="9804400" cy="1198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214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88568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44</Words>
  <Application>Microsoft Office PowerPoint</Application>
  <PresentationFormat>Grand écran</PresentationFormat>
  <Paragraphs>4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CRISE DANS LA DÉMOCRATIE  ET FRACTURES SOCIALES </vt:lpstr>
      <vt:lpstr>Présentation PowerPoint</vt:lpstr>
    </vt:vector>
  </TitlesOfParts>
  <Company>Rennes Métropole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MANZONI Claire</dc:creator>
  <cp:lastModifiedBy>MANZONI Claire</cp:lastModifiedBy>
  <cp:revision>25</cp:revision>
  <dcterms:created xsi:type="dcterms:W3CDTF">2025-10-16T12:31:14Z</dcterms:created>
  <dcterms:modified xsi:type="dcterms:W3CDTF">2025-11-07T14:54:42Z</dcterms:modified>
</cp:coreProperties>
</file>